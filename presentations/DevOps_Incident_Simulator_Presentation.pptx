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DevOps Incident Management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Calibri"/>
              </a:defRPr>
            </a:pPr>
            <a:r>
              <a:t>CI/CD &amp; Containerization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Pratham Agarwal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Reg No: 23FE10CSE00541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Course: CSE3253 — DevOps [PE6]  |  Semester VI (2025-2026)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Difficulty Level: Intermediate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🔍 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Modern DevOps environments require structured incident handling, automated deployment pipelines, and monitoring mechanisms. This project simulates the backend lifecycle of incident management in a DevOps environment, focusing on containerization, CI/CD automation, monitoring workflows, and frontend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🎯 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Implement incident lifecycle simulation (Create, View, Resolve)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Containerize the application using Docker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Implement CI/CD pipeline using GitHub Actions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Add automated unit testing with Jest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Add Selenium UI testing structure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Simulate monitoring setup with health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471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📋  Project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Simulate a real-world DevOps incident management workflow end-to-end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Demonstrate containerized deployment with Docker &amp; docker-compose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Integrate continuous integration via GitHub Actions with automated testing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▸  Provide a web-based dashboard for managing incidents with a responsive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🖥️  Core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Backend:  </a:t>
            </a:r>
            <a:r>
              <a:rPr sz="1300">
                <a:solidFill>
                  <a:srgbClr val="F1F5F9"/>
                </a:solidFill>
                <a:latin typeface="Calibri"/>
              </a:rPr>
              <a:t>Node.js + Express.js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Frontend:  </a:t>
            </a:r>
            <a:r>
              <a:rPr sz="1300">
                <a:solidFill>
                  <a:srgbClr val="F1F5F9"/>
                </a:solidFill>
                <a:latin typeface="Calibri"/>
              </a:rPr>
              <a:t>HTML5, CSS3,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Database:  </a:t>
            </a:r>
            <a:r>
              <a:rPr sz="1300">
                <a:solidFill>
                  <a:srgbClr val="F1F5F9"/>
                </a:solidFill>
                <a:latin typeface="Calibri"/>
              </a:rPr>
              <a:t>In-Memory (Array-based)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Runtime:  </a:t>
            </a:r>
            <a:r>
              <a:rPr sz="1300">
                <a:solidFill>
                  <a:srgbClr val="F1F5F9"/>
                </a:solidFill>
                <a:latin typeface="Calibri"/>
              </a:rPr>
              <a:t>Node.js 18+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747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🐳  Containerization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Docker:  </a:t>
            </a:r>
            <a:r>
              <a:rPr sz="1300">
                <a:solidFill>
                  <a:srgbClr val="F1F5F9"/>
                </a:solidFill>
                <a:latin typeface="Calibri"/>
              </a:rPr>
              <a:t>Multi-stage Dockerfile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Compose:  </a:t>
            </a:r>
            <a:r>
              <a:rPr sz="1300">
                <a:solidFill>
                  <a:srgbClr val="F1F5F9"/>
                </a:solidFill>
                <a:latin typeface="Calibri"/>
              </a:rPr>
              <a:t>docker-compose v3.8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Base Image:  </a:t>
            </a:r>
            <a:r>
              <a:rPr sz="1300">
                <a:solidFill>
                  <a:srgbClr val="F1F5F9"/>
                </a:solidFill>
                <a:latin typeface="Calibri"/>
              </a:rPr>
              <a:t>node:18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Port:  </a:t>
            </a:r>
            <a:r>
              <a:rPr sz="1300">
                <a:solidFill>
                  <a:srgbClr val="F1F5F9"/>
                </a:solidFill>
                <a:latin typeface="Calibri"/>
              </a:rPr>
              <a:t>8080 exposed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⚙️  CI/CD &amp; VCS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CI/CD:  </a:t>
            </a:r>
            <a:r>
              <a:rPr sz="1300">
                <a:solidFill>
                  <a:srgbClr val="F1F5F9"/>
                </a:solidFill>
                <a:latin typeface="Calibri"/>
              </a:rPr>
              <a:t>GitHub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VCS:  </a:t>
            </a:r>
            <a:r>
              <a:rPr sz="1300">
                <a:solidFill>
                  <a:srgbClr val="F1F5F9"/>
                </a:solidFill>
                <a:latin typeface="Calibri"/>
              </a:rPr>
              <a:t>Git +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Trigger:  </a:t>
            </a:r>
            <a:r>
              <a:rPr sz="1300">
                <a:solidFill>
                  <a:srgbClr val="F1F5F9"/>
                </a:solidFill>
                <a:latin typeface="Calibri"/>
              </a:rPr>
              <a:t>Push to main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Pipeline:  </a:t>
            </a:r>
            <a:r>
              <a:rPr sz="1300">
                <a:solidFill>
                  <a:srgbClr val="F1F5F9"/>
                </a:solidFill>
                <a:latin typeface="Calibri"/>
              </a:rPr>
              <a:t>Install → Test → 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53949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🧪 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Unit Tests:  </a:t>
            </a:r>
            <a:r>
              <a:rPr sz="1300">
                <a:solidFill>
                  <a:srgbClr val="F1F5F9"/>
                </a:solidFill>
                <a:latin typeface="Calibri"/>
              </a:rPr>
              <a:t>Jest + Supertest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UI Tests:  </a:t>
            </a:r>
            <a:r>
              <a:rPr sz="1300">
                <a:solidFill>
                  <a:srgbClr val="F1F5F9"/>
                </a:solidFill>
                <a:latin typeface="Calibri"/>
              </a:rPr>
              <a:t>Selenium WebDriver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Browser:  </a:t>
            </a:r>
            <a:r>
              <a:rPr sz="1300">
                <a:solidFill>
                  <a:srgbClr val="F1F5F9"/>
                </a:solidFill>
                <a:latin typeface="Calibri"/>
              </a:rPr>
              <a:t>Chrome (headless)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Coverage:  </a:t>
            </a:r>
            <a:r>
              <a:rPr sz="1300">
                <a:solidFill>
                  <a:srgbClr val="F1F5F9"/>
                </a:solidFill>
                <a:latin typeface="Calibri"/>
              </a:rPr>
              <a:t>API endpoint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5486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📡 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Health:  </a:t>
            </a:r>
            <a:r>
              <a:rPr sz="1300">
                <a:solidFill>
                  <a:srgbClr val="F1F5F9"/>
                </a:solidFill>
                <a:latin typeface="Calibri"/>
              </a:rPr>
              <a:t>/health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486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Structure:  </a:t>
            </a:r>
            <a:r>
              <a:rPr sz="1300">
                <a:solidFill>
                  <a:srgbClr val="F1F5F9"/>
                </a:solidFill>
                <a:latin typeface="Calibri"/>
              </a:rPr>
              <a:t>Nagios-style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Calibri"/>
              </a:rPr>
              <a:t>Metrics:  </a:t>
            </a:r>
            <a:r>
              <a:rPr sz="1300">
                <a:solidFill>
                  <a:srgbClr val="F1F5F9"/>
                </a:solidFill>
                <a:latin typeface="Calibri"/>
              </a:rPr>
              <a:t>Uptime &amp; status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System Architecture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114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🌐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Web-based dashboard built with HTML5, CSS3, and JavaScript. Provides a responsive UI for creating, viewing, and resolving incidents. Interactive buttons for health checks and API endpoint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⚡  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Express.js REST API server with 4 endpoints: GET /incidents (list all), POST /incidents (create), PUT /resolve/:id (resolve), GET /health (monitoring). In-memory array storage for incident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🐳  Deployment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Dockerized with node:18 base image. Docker Compose orchestration for seamless deployment. GitHub Actions CI/CD pipeline automates testing and Docker image building on every push to 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2471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🔄  Incident Lifecycle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9202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📝 Create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 /incidents</a:t>
            </a:r>
            <a:br/>
            <a:r>
              <a:t>User submits title</a:t>
            </a:r>
            <a:br/>
            <a:r>
              <a:t>&amp;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937760"/>
            <a:ext cx="19202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📂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394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In-Memory Array</a:t>
            </a:r>
            <a:br/>
            <a:r>
              <a:t>Status: OPEN</a:t>
            </a:r>
            <a:br/>
            <a:r>
              <a:t>Auto-assign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937760"/>
            <a:ext cx="19202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👁️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394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GET /incidents</a:t>
            </a:r>
            <a:br/>
            <a:r>
              <a:t>Fetch all incidents</a:t>
            </a:r>
            <a:br/>
            <a:r>
              <a:t>Display on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937760"/>
            <a:ext cx="19202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✅ Resolve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5394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PUT /resolve/:id</a:t>
            </a:r>
            <a:br/>
            <a:r>
              <a:t>Status → RESOLVED</a:t>
            </a:r>
            <a:br/>
            <a:r>
              <a:t>Update in array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937760"/>
            <a:ext cx="19202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Calibri"/>
              </a:defRPr>
            </a:pPr>
            <a:r>
              <a:t>🩺 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5394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GET /health</a:t>
            </a:r>
            <a:br/>
            <a:r>
              <a:t>Status, Uptime,</a:t>
            </a:r>
            <a:br/>
            <a:r>
              <a:t>Timestamp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CI/CD Pipeline &amp; Containerization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57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⚙️  GitHub Actions CI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657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Trigger:  </a:t>
            </a:r>
            <a:r>
              <a:rPr sz="1300">
                <a:solidFill>
                  <a:srgbClr val="94A3B8"/>
                </a:solidFill>
                <a:latin typeface="Calibri"/>
              </a:rPr>
              <a:t>Push to main 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657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23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Checkout:  </a:t>
            </a:r>
            <a:r>
              <a:rPr sz="1300">
                <a:solidFill>
                  <a:srgbClr val="94A3B8"/>
                </a:solidFill>
                <a:latin typeface="Calibri"/>
              </a:rPr>
              <a:t>actions/checkout@v3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3657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Setup Node:  </a:t>
            </a:r>
            <a:r>
              <a:rPr sz="1300">
                <a:solidFill>
                  <a:srgbClr val="94A3B8"/>
                </a:solidFill>
                <a:latin typeface="Calibri"/>
              </a:rPr>
              <a:t>Node.js v18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46120"/>
            <a:ext cx="3657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46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Install Deps:  </a:t>
            </a:r>
            <a:r>
              <a:rPr sz="1300">
                <a:solidFill>
                  <a:srgbClr val="94A3B8"/>
                </a:solidFill>
                <a:latin typeface="Calibri"/>
              </a:rPr>
              <a:t>npm install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36576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57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Run Tests:  </a:t>
            </a:r>
            <a:r>
              <a:rPr sz="1300">
                <a:solidFill>
                  <a:srgbClr val="94A3B8"/>
                </a:solidFill>
                <a:latin typeface="Calibri"/>
              </a:rPr>
              <a:t>npm test (Jest unit tests)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36576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Calibri"/>
              </a:rPr>
              <a:t>Build Image:  </a:t>
            </a:r>
            <a:r>
              <a:rPr sz="1300">
                <a:solidFill>
                  <a:srgbClr val="94A3B8"/>
                </a:solidFill>
                <a:latin typeface="Calibri"/>
              </a:rPr>
              <a:t>docker build -t incident-simulator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371600"/>
            <a:ext cx="5486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🐳  Docker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Dockerfile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423160"/>
            <a:ext cx="4846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468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nsolas"/>
              </a:defRPr>
            </a:pPr>
            <a:r>
              <a:t>FROM node:18</a:t>
            </a:r>
            <a:br/>
            <a:r>
              <a:t>WORKDIR /app</a:t>
            </a:r>
            <a:br/>
            <a:r>
              <a:t>COPY package*.json ./</a:t>
            </a:r>
            <a:br/>
            <a:r>
              <a:t>RUN npm install</a:t>
            </a:r>
            <a:br/>
            <a:r>
              <a:t>COPY . .</a:t>
            </a:r>
            <a:br/>
            <a:r>
              <a:t>EXPOSE 8080</a:t>
            </a:r>
            <a:br/>
            <a:r>
              <a:t>CMD ["npm", "start"]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docker-compose.yml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Maps port 8080:8080 • Uses custom Dockerfile path • Single-service setup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03520"/>
            <a:ext cx="1133856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🔑  Key DevOps Practices Demonstrated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Automated CI on every push to main branch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Containerized deployment for environment consistency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Separation of infrastructure config from application code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Automated test execution before Docker image 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Testing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🧪  Unit Testing (Jest + Supertest)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HTTP request simulation with Supertest library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Validates GET /incidents returns 200 with correct data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Tests incident creation and resolution endpoints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Module export pattern for testable server code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Run command: npm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🌐  UI Testing (Selenium WebDriver)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Chrome WebDriver in headless mode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Validates homepage loads with correct title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Conditional execution via RUN_SELENIUM env variable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30-second timeout for browser operations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Run command: npm run test:selenium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📡  Monitoring &amp; Health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Health endpoint: GET /health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Returns: status (UP), uptime, timestamp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Nagios-style monitoring structure simulation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Detects application downtime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 Tracks incident creation events via console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48640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🩺  Health Endpoint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572000"/>
            <a:ext cx="484632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{</a:t>
            </a:r>
            <a:br/>
            <a:r>
              <a:t>  "status": "UP",</a:t>
            </a:r>
            <a:br/>
            <a:r>
              <a:t>  "uptime": 12345.678,</a:t>
            </a:r>
            <a:br/>
            <a:r>
              <a:t>  "timestamp": 1710000000000</a:t>
            </a:r>
            <a:br/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760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Goals: Downtime detection • Alert simulation • Resource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Key Features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📝  Incident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Create, read, and resolve incidents</a:t>
            </a:r>
            <a:br/>
            <a:r>
              <a:t>with severity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🌐 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Interactive UI with real-time</a:t>
            </a:r>
            <a:br/>
            <a:r>
              <a:t>refresh and status indicators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🐳  Docker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Containerized deployment with</a:t>
            </a:r>
            <a:br/>
            <a:r>
              <a:t>Docker &amp; docker-compose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⚙️  CI/CD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Automated build, test &amp; deploy</a:t>
            </a:r>
            <a:br/>
            <a:r>
              <a:t>via GitHub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38328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🧪  Dual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77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Jest unit tests + Selenium</a:t>
            </a:r>
            <a:br/>
            <a:r>
              <a:t>UI test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383280"/>
            <a:ext cx="35661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📡  Health 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Real-time health endpoint with</a:t>
            </a:r>
            <a:br/>
            <a:r>
              <a:t>uptime &amp; status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✨  Project demonstrates end-to-end DevOps practices: Version Control → CI/CD → Containerization → Testing →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Thank You!  |  GitHub: PrathamAgarwal1/devops-project-incident-simulator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Pratham Agarwal  |  23FE10CSE00541  |  CSE3253 DevOps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